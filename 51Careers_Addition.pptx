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  <a:ea typeface="Segoe UI"/>
                <a:cs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adoption, data-driven hiring, and fragmented career services are moving at the same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 has reached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Recruiting is becoming more data-driven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 remain fragmented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  ×   Employment   ×   Career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TAM  →  SAM  →  SOM  → 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   ·   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1.35T+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   ·   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200B+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2801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   ·   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591056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5798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Georgia"/>
                <a:ea typeface="Georgia"/>
                <a:cs typeface="Georgia"/>
              </a:rPr>
              <a:t>RMB 10B+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05456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and career-assistant demand in initial markets: China, the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34256"/>
            <a:ext cx="10607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 ·  2027E–2029E REVENUE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4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4663440"/>
            <a:ext cx="3383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901184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5394960"/>
            <a:ext cx="3383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Georgia"/>
                <a:ea typeface="Georgia"/>
                <a:cs typeface="Georgia"/>
              </a:rPr>
              <a:t>≈ RMB 188.4M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77900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Logic: global job seekers  →  addressable AI Resume users  →  paid conversion  → 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271016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15568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65376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65376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2020824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65376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15184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15184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" y="2770632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15184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364991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3520439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64991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" y="4270248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114800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7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64607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3232" y="5020055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64607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14416"/>
            <a:ext cx="69037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614416"/>
            <a:ext cx="73152" cy="67665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3232" y="5769864"/>
            <a:ext cx="512064" cy="365760"/>
          </a:xfrm>
          <a:prstGeom prst="roundRect">
            <a:avLst>
              <a:gd name="adj" fmla="val 25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614416"/>
            <a:ext cx="58521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755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  <a:ea typeface="Segoe UI"/>
                <a:cs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21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