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  <a:ea typeface="Segoe UI"/>
                <a:cs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335024"/>
            <a:ext cx="314553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55648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34640"/>
            <a:ext cx="3145536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  ×   Employment   ×   Career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  <a:ea typeface="Segoe UI"/>
                <a:cs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  <a:ea typeface="Segoe UI"/>
                <a:cs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  <a:ea typeface="Segoe UI"/>
                <a:cs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RMB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RMB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US$ 28.0M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RMB 188.4M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Logic: global job seekers → addressable AI Resume users → paid conversion →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6187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97510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88336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88336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01568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68496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14800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8172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2803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82803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9496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39496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54126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54126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  <a:ea typeface="Segoe UI"/>
                <a:cs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  <a:ea typeface="Segoe UI"/>
                <a:cs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3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311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  <a:ea typeface="Georgia"/>
                <a:cs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  <a:ea typeface="Segoe UI"/>
                <a:cs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  <a:ea typeface="Segoe UI"/>
                <a:cs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  <a:ea typeface="Segoe UI"/>
                <a:cs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  <a:ea typeface="Georgia"/>
                <a:cs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  <a:ea typeface="Segoe UI"/>
                <a:cs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  <a:ea typeface="Segoe UI"/>
                <a:cs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