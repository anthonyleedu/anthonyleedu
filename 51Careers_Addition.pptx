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Three Structural Trends Are Converging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353312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0A6B63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029968"/>
            <a:ext cx="3145536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Generative AI has reached mass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54680"/>
            <a:ext cx="3145536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353312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0A6B63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029968"/>
            <a:ext cx="3145536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Recruiting is becoming more data-driven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154680"/>
            <a:ext cx="3145536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353312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0A6B63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029968"/>
            <a:ext cx="3145536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Career services remain 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154680"/>
            <a:ext cx="3145536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SITS AT THE 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AI   ×   Employment   ×   Career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TAM  →  SAM  →  SOM  →  Three-Year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</a:rPr>
              <a:t>US$200B+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</a:rPr>
              <a:t>RMB 1.35 trillion+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</a:rPr>
              <a:t>US$30B+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</a:rPr>
              <a:t>RMB 200 billion+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</a:rPr>
              <a:t>US$1.5B+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</a:rPr>
              <a:t>RMB 10 billion+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resume &amp; career-assistant demand in initial markets: China,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 ·  ILLUSTRATIVE 3-YEAR REVENUE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188M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0607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</a:rPr>
              <a:t>Logic: global job seekers → addressable AI Resume users → paid conversion →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61872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975104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42032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88336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88336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01568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01568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68496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114800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114800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81728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81728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28032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828032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94960"/>
            <a:ext cx="694944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394960"/>
            <a:ext cx="73152" cy="6583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541264"/>
            <a:ext cx="4572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541264"/>
            <a:ext cx="5852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755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21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016752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7EBE8"/>
                </a:solidFill>
                <a:latin typeface="Segoe UI"/>
              </a:rPr>
              <a:t>CHINA R&amp;D   ·   U.S. COMMERCIALIZATION   ·   GLOBAL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</a:rPr>
              <a:t>51 CAREERS   ·   CONFIDENTIAL   · 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